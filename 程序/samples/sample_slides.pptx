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emphasise the 135 students across six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Observing Robot Failures in Classrooms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study of productive failure with social robots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 failure produced the largest conceptual gain.</a:t>
            </a:r>
          </a:p>
          <a:p>
            <a:r>
              <a:t>Lower reported social pressure</a:t>
            </a:r>
          </a:p>
          <a:p>
            <a:r>
              <a:t>Effect held after novelty subsided</a:t>
            </a:r>
          </a:p>
          <a:p>
            <a:r>
              <a:t>Consistent across 3 instructional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by Condition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rPr sz="14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Outcome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Robot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46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High improvement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Direct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Small improvement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